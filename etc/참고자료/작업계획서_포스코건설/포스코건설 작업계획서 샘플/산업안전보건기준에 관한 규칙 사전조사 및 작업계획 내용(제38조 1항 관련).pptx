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-2610" y="-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5A33-5C4F-4E6D-8714-DECD564A4055}" type="datetimeFigureOut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6A6C-4B73-49C8-8ACB-FC6DD8207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15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5A33-5C4F-4E6D-8714-DECD564A4055}" type="datetimeFigureOut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6A6C-4B73-49C8-8ACB-FC6DD8207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15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5A33-5C4F-4E6D-8714-DECD564A4055}" type="datetimeFigureOut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6A6C-4B73-49C8-8ACB-FC6DD8207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72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5A33-5C4F-4E6D-8714-DECD564A4055}" type="datetimeFigureOut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6A6C-4B73-49C8-8ACB-FC6DD8207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76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5A33-5C4F-4E6D-8714-DECD564A4055}" type="datetimeFigureOut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6A6C-4B73-49C8-8ACB-FC6DD8207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38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5A33-5C4F-4E6D-8714-DECD564A4055}" type="datetimeFigureOut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6A6C-4B73-49C8-8ACB-FC6DD8207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496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5A33-5C4F-4E6D-8714-DECD564A4055}" type="datetimeFigureOut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6A6C-4B73-49C8-8ACB-FC6DD8207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52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5A33-5C4F-4E6D-8714-DECD564A4055}" type="datetimeFigureOut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6A6C-4B73-49C8-8ACB-FC6DD8207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691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5A33-5C4F-4E6D-8714-DECD564A4055}" type="datetimeFigureOut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6A6C-4B73-49C8-8ACB-FC6DD8207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792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5A33-5C4F-4E6D-8714-DECD564A4055}" type="datetimeFigureOut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6A6C-4B73-49C8-8ACB-FC6DD8207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386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5A33-5C4F-4E6D-8714-DECD564A4055}" type="datetimeFigureOut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6A6C-4B73-49C8-8ACB-FC6DD8207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636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B5A33-5C4F-4E6D-8714-DECD564A4055}" type="datetimeFigureOut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26A6C-4B73-49C8-8ACB-FC6DD82079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oscoenc\Desktop\안전보건사무국 자료공유\2.안전보건자료 Sample-양식\2-2. PJT진행\4. 안전작업계획서\[산업안전보건기준에 관한 규칙] 사전조사 및 작업계획서 내용1(제38조 1항 관련)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0" y="35063"/>
            <a:ext cx="6165304" cy="907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50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poscoenc\Desktop\안전보건사무국 자료공유\2.안전보건자료 Sample-양식\2-2. PJT진행\4. 안전작업계획서\[산업안전보건기준에 관한 규칙] 사전조사 및 작업계획서 내용2(제38조 1항 관련)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64" y="60959"/>
            <a:ext cx="5976664" cy="8960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295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poscoenc\Desktop\안전보건사무국 자료공유\2.안전보건자료 Sample-양식\2-2. PJT진행\4. 안전작업계획서\[산업안전보건기준에 관한 규칙] 사전조사 및 작업계획서 내용3(제38조 1항 관련)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72" y="107503"/>
            <a:ext cx="5976664" cy="8960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6738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Users\poscoenc\Desktop\안전보건사무국 자료공유\2.안전보건자료 Sample-양식\2-2. PJT진행\4. 안전작업계획서\[산업안전보건기준에 관한 규칙] 사전조사 및 작업계획서 내용4(제38조 1항 관련)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6" y="107504"/>
            <a:ext cx="6264696" cy="143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705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화면 슬라이드 쇼(4:3)</PresentationFormat>
  <Paragraphs>0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poscoenc</dc:creator>
  <cp:lastModifiedBy>poscoenc</cp:lastModifiedBy>
  <cp:revision>1</cp:revision>
  <dcterms:created xsi:type="dcterms:W3CDTF">2015-08-06T05:45:04Z</dcterms:created>
  <dcterms:modified xsi:type="dcterms:W3CDTF">2015-08-06T05:51:35Z</dcterms:modified>
</cp:coreProperties>
</file>